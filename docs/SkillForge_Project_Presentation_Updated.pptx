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61104" y="1645920"/>
            <a:ext cx="36576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FULL-STACK AI &amp; CAREER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94560"/>
            <a:ext cx="94457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SkillForge API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AI-Powered Skill Gap Analysis, Dynamic Career Roadmaps &amp; RAG Guidance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389120"/>
            <a:ext cx="8899855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8FAFC"/>
                </a:solidFill>
              </a:defRPr>
            </a:pPr>
            <a:r>
              <a:t>Frontend Developer: MehmoodCoder   |   Backend Developer: Sammar   |   Architecture: FastAPI + React 19 +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Background &amp; Core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SKILLFORGE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7171"/>
                </a:solidFill>
              </a:defRPr>
            </a:pPr>
            <a:r>
              <a:t>⚠️ The Industry Problem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Misaligned Skill Sets: Candidates struggle to evaluate proficiency against fast-evolving tech standards.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Static &amp; Generic Content: Standard roadmaps lack personalized gap detection and real project alignment.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AI Hallucination Risk: Ungrounded LLMs give unverified career guidance.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6576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💡 The SkillForge Solution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Gap Scoring: Real-time quantitative skill gap evaluation comparing current vs target roles.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AI Roadmap Generation: Custom structured milestones, recommended real-world projects, and curated learning paths.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Grounded RAG Assistant: Domain-specific assistant backed by enterprise knowledge bases via Google Gemini API.</a:t>
            </a:r>
            <a:b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System Architecture &amp;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TECHNICAL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943600" cy="4389120"/>
          </a:xfrm>
          <a:prstGeom prst="roundRect">
            <a:avLst/>
          </a:prstGeom>
          <a:solidFill>
            <a:srgbClr val="020617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🏗️ High-Level System Workflow</a:t>
            </a:r>
            <a:br/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[ React 19 + Vite Frontend (Mehmood) ]</a:t>
            </a:r>
            <a:br/>
            <a:r>
              <a:t>        │  (REST APIs with JWT Bearer)</a:t>
            </a:r>
            <a:br/>
            <a:r>
              <a:t>        v</a:t>
            </a:r>
            <a:br/>
            <a:r>
              <a:t>[ FastAPI Asynchronous Engine (Sammar) ]</a:t>
            </a:r>
            <a:br/>
            <a:r>
              <a:t>   ├── Auth Router (/login)</a:t>
            </a:r>
            <a:br/>
            <a:r>
              <a:t>   ├── Student Router (/analyze-skills, /generate-roadmap)</a:t>
            </a:r>
            <a:br/>
            <a:r>
              <a:t>   └── AI Router (/rag-assistant)</a:t>
            </a:r>
            <a:br/>
            <a:r>
              <a:t>        ├── [ MongoDB Database ] (Users &amp; Skill Logs)</a:t>
            </a:r>
            <a:br/>
            <a:r>
              <a:t>        └── [ Google Gemini AI ] (RAG &amp; Roadmaps)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45920"/>
            <a:ext cx="438912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⚡ Stack &amp; Team Roles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Frontend (Mehmood): React 19 UI built using Vite, Tailwind CSS v4 &amp; Clerk Auth.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Backend (Sammar): Async FastAPI Python framework with MongoDB &amp; Motor driver.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AI Integration: Google Gemini AI for structured roadmaps &amp; grounded RAG assistant.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Backend Architecture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MODULES &amp; DATA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560801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Module (Backend: Sammar)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Technical Implementation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Functionality &amp; Business Logic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app/core/security.py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OAuth2 + JWT + Bcrypt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Handles password hashing and generates signed JWT tokens with role scopes.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app/api/v1/auth.py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FastAPI Router (/login)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Validates user credentials against MongoDB and issues secure Bearer authorization tokens.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app/api/v1/student.py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Gap Analysis &amp; Roadmaps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Computes missing competencies, calculates readiness percentage, and generates step-by-step career milestones.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app/api/v1/ai.py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RAG Engine (/rag-assistant)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Interfaces with Google Gemini AI and SkillForge vector indices to answer domain questions without hallucination.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API Contract &amp; Core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API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72865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200400"/>
                <a:gridCol w="1828800"/>
                <a:gridCol w="4602175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Endpoint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Auth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38BDF8"/>
                          </a:solidFill>
                        </a:defRPr>
                      </a:pPr>
                      <a:r>
                        <a:t>Description &amp; Responsibilities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/api/v1/auth/login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Authenticates user credentials and returns JWT Bearer token.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/api/v1/student/analyze-skills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Accepts user skill inventory; returns percentage score and missing competencies.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/api/v1/student/generate-roadmap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Produces milestone timeline, project ideas, and curated learning links.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/api/v1/ai/rag-assistant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Bearer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Executes grounded AI queries using SkillForge domain knowledge bases.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Impact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38BDF8"/>
                </a:solidFill>
              </a:defRPr>
            </a:pPr>
            <a:r>
              <a:t>PROJECT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🌟 Current Accomplishments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Complete End-to-End Core: Modular FastAPI backend connected seamlessly to React 19 UI.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Grounded AI Integration: Reliable RAG-powered guidance eliminating generic responses.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Production Readiness: Structured environment configuration, async DB drivers, and clean security protocols.</a:t>
            </a:r>
            <a:br/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ADE80"/>
                </a:solidFill>
              </a:defRPr>
            </a:pPr>
            <a:r>
              <a:t>🚀 Next Scalability Phase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Advanced Vector Stores: Migration to FAISS / Qdrant cluster for scalable enterprise RAG indexing.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Portfolio Scanning: Direct integration with GitHub API to extract student commit skills.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AI Mock Interviews: Interactive voice/text assessment module for technical interview prep.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Thank You! | Frontend Dev: MehmoodCoder | Backend Dev: Sammar | Portfolio: https://mh56-portfolio.vercel.app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