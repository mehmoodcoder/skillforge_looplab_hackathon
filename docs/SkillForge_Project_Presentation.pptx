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61104" y="1645920"/>
            <a:ext cx="3657600" cy="36576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FULL-STACK AI &amp; CAREER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194560"/>
            <a:ext cx="94457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</a:defRPr>
            </a:pPr>
            <a:r>
              <a:t>SkillForge API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291840"/>
            <a:ext cx="85313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4A3B8"/>
                </a:solidFill>
              </a:defRPr>
            </a:pPr>
            <a:r>
              <a:t>AI-Powered Skill Gap Analysis, Dynamic Career Roadmaps &amp; RAG Guidance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4389120"/>
            <a:ext cx="7616952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F8FAFC"/>
                </a:solidFill>
              </a:defRPr>
            </a:pPr>
            <a:r>
              <a:t>Developer: MehmoodCoder   |   Architecture: FastAPI + React 19 + Gemini AI   |   Security: JWT Bearer &amp; RBAC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Project Background &amp; Core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4572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8BDF8"/>
                </a:solidFill>
              </a:defRPr>
            </a:pPr>
            <a:r>
              <a:t>SKILLFORGE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3657600"/>
          </a:xfrm>
          <a:prstGeom prst="roundRect">
            <a:avLst/>
          </a:prstGeom>
          <a:solidFill>
            <a:srgbClr val="1E293B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87171"/>
                </a:solidFill>
              </a:defRPr>
            </a:pPr>
            <a:r>
              <a:t>⚠️ The Industry Problem</a:t>
            </a:r>
            <a:br/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Misaligned Skill Sets: Candidates struggle to evaluate proficiency against fast-evolving tech standards.</a:t>
            </a:r>
            <a:br/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Static &amp; Generic Content: Standard roadmaps lack personalized gap detection and real project alignment.</a:t>
            </a:r>
            <a:br/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AI Hallucination Risk: Ungrounded LLMs give unverified career guidance.</a:t>
            </a:r>
            <a:br/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3657600"/>
          </a:xfrm>
          <a:prstGeom prst="roundRect">
            <a:avLst/>
          </a:prstGeom>
          <a:solidFill>
            <a:srgbClr val="1E293B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ADE80"/>
                </a:solidFill>
              </a:defRPr>
            </a:pPr>
            <a:r>
              <a:t>💡 The SkillForge Solution</a:t>
            </a:r>
            <a:br/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Automated Gap Scoring: Real-time quantitative skill gap evaluation comparing current vs target roles.</a:t>
            </a:r>
            <a:br/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AI Roadmap Generation: Custom structured milestones, recommended real-world projects, and curated learning paths.</a:t>
            </a:r>
            <a:br/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Grounded RAG Assistant: Domain-specific assistant backed by enterprise knowledge bases via Google Gemini API.</a:t>
            </a:r>
            <a:b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System Architecture &amp; Ecosystem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4572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8BDF8"/>
                </a:solidFill>
              </a:defRPr>
            </a:pPr>
            <a:r>
              <a:t>TECHNICAL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943600" cy="4389120"/>
          </a:xfrm>
          <a:prstGeom prst="roundRect">
            <a:avLst/>
          </a:prstGeom>
          <a:solidFill>
            <a:srgbClr val="020617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🏗️ High-Level System Workflow</a:t>
            </a:r>
            <a:br/>
            <a:br/>
          </a:p>
          <a:p>
            <a:pPr>
              <a:defRPr sz="1100">
                <a:solidFill>
                  <a:srgbClr val="F8FAFC"/>
                </a:solidFill>
              </a:defRPr>
            </a:pPr>
            <a:r>
              <a:t>[ React 19 + Vite Frontend ]</a:t>
            </a:r>
            <a:br/>
            <a:r>
              <a:t>        │  (REST APIs with JWT Bearer)</a:t>
            </a:r>
            <a:br/>
            <a:r>
              <a:t>        v</a:t>
            </a:r>
            <a:br/>
            <a:r>
              <a:t>[ FastAPI Asynchronous Engine ]</a:t>
            </a:r>
            <a:br/>
            <a:r>
              <a:t>   ├── Auth Router (/login)</a:t>
            </a:r>
            <a:br/>
            <a:r>
              <a:t>   ├── Student Router (/analyze-skills, /generate-roadmap)</a:t>
            </a:r>
            <a:br/>
            <a:r>
              <a:t>   └── AI Router (/rag-assistant)</a:t>
            </a:r>
            <a:br/>
            <a:r>
              <a:t>        ├── [ MongoDB Database ] (Users &amp; Skill Logs)</a:t>
            </a:r>
            <a:br/>
            <a:r>
              <a:t>        └── [ Google Gemini AI ] (RAG &amp; Roadmaps)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0" y="1645920"/>
            <a:ext cx="438912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⚡ Stack Breakdown</a:t>
            </a:r>
            <a:br/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FastAPI: Async Python framework with automatic Swagger documentation.</a:t>
            </a:r>
            <a:br/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React 19: High-performance UI built using Vite and Tailwind CSS v4.</a:t>
            </a:r>
            <a:br/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MongoDB: Asynchronous database operations using Motor driver.</a:t>
            </a:r>
            <a:br/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Google Gemini: Generative AI for structured roadmaps &amp; grounded assistant.</a:t>
            </a:r>
            <a:b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Backend Architecture &amp;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4572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8BDF8"/>
                </a:solidFill>
              </a:defRPr>
            </a:pPr>
            <a:r>
              <a:t>MODULES &amp; DATA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728655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  <a:gridCol w="5608015"/>
              </a:tblGrid>
              <a:tr h="64008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8BDF8"/>
                          </a:solidFill>
                        </a:defRPr>
                      </a:pPr>
                      <a:r>
                        <a:t>Module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8BDF8"/>
                          </a:solidFill>
                        </a:defRPr>
                      </a:pPr>
                      <a:r>
                        <a:t>Technical Implementation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8BDF8"/>
                          </a:solidFill>
                        </a:defRPr>
                      </a:pPr>
                      <a:r>
                        <a:t>Functionality &amp; Business Logic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app/core/security.py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OAuth2 + JWT + Bcrypt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Handles password hashing and generates signed JWT tokens with role scopes.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app/api/v1/auth.py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FastAPI Router (/login)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Validates user credentials against MongoDB and issues secure Bearer authorization tokens.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app/api/v1/student.py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Gap Analysis &amp; Roadmaps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Computes missing competencies, calculates readiness percentage, and generates step-by-step career milestones.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app/api/v1/ai.py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RAG Engine (/rag-assistant)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Interfaces with Google Gemini AI and SkillForge vector indices to answer domain questions without hallucination.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API Contract &amp; Core Endpoints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4572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8BDF8"/>
                </a:solidFill>
              </a:defRPr>
            </a:pPr>
            <a:r>
              <a:t>API REFERENCE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728655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3200400"/>
                <a:gridCol w="1828800"/>
                <a:gridCol w="4602175"/>
              </a:tblGrid>
              <a:tr h="64008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8BDF8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8BDF8"/>
                          </a:solidFill>
                        </a:defRPr>
                      </a:pPr>
                      <a:r>
                        <a:t>Endpoint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8BDF8"/>
                          </a:solidFill>
                        </a:defRPr>
                      </a:pPr>
                      <a:r>
                        <a:t>Auth Required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8BDF8"/>
                          </a:solidFill>
                        </a:defRPr>
                      </a:pPr>
                      <a:r>
                        <a:t>Description &amp; Responsibilities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/api/v1/auth/login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Authenticates user credentials and returns JWT Bearer token.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/api/v1/student/analyze-skills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Bearer Token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Accepts user skill inventory; returns percentage score and missing competencies.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/api/v1/student/generate-roadmap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Bearer Token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Produces milestone timeline, project ideas, and curated learning links.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/api/v1/ai/rag-assistant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Bearer Token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Executes grounded AI queries using SkillForge domain knowledge bases.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Impact &amp; 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4572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8BDF8"/>
                </a:solidFill>
              </a:defRPr>
            </a:pPr>
            <a:r>
              <a:t>PROJECT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347472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🌟 Current Accomplishments</a:t>
            </a:r>
            <a:br/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Complete End-to-End Core: Modular FastAPI backend connected seamlessly to React 19 UI.</a:t>
            </a:r>
            <a:br/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Grounded AI Integration: Reliable RAG-powered guidance eliminating generic responses.</a:t>
            </a:r>
            <a:br/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Production Readiness: Structured environment configuration, async DB drivers, and clean security protocols.</a:t>
            </a:r>
            <a:br/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3474720"/>
          </a:xfrm>
          <a:prstGeom prst="roundRect">
            <a:avLst/>
          </a:prstGeom>
          <a:solidFill>
            <a:srgbClr val="1E293B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ADE80"/>
                </a:solidFill>
              </a:defRPr>
            </a:pPr>
            <a:r>
              <a:t>🚀 Next Scalability Phase</a:t>
            </a:r>
            <a:br/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Advanced Vector Stores: Migration to FAISS / Qdrant cluster for scalable enterprise RAG indexing.</a:t>
            </a:r>
            <a:br/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Automated Portfolio Scanning: Direct integration with GitHub API to extract student commit skills.</a:t>
            </a:r>
            <a:br/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Live AI Mock Interviews: Interactive voice/text assessment module for technical interview prep.</a:t>
            </a:r>
            <a:br/>
          </a:p>
        </p:txBody>
      </p:sp>
      <p:sp>
        <p:nvSpPr>
          <p:cNvPr id="8" name="Rounded Rectangle 7"/>
          <p:cNvSpPr/>
          <p:nvPr/>
        </p:nvSpPr>
        <p:spPr>
          <a:xfrm>
            <a:off x="731520" y="5303520"/>
            <a:ext cx="10728655" cy="7315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Thank You! | Developer Portfolio: https://mh56-portfolio.vercel.app | GitHub: https://github.com/MehmoodCoder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